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4ECDC4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914400"/>
            <a:ext cx="54864" cy="109728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097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过门不忘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05840" y="21945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告别“门口”效应，1 秒确认，安心转身向前走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"Did I?" Confirmation Tool for Everyone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项目介绍  ·  2026-05-28  ·  Stage 3→5 原型迭代中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470916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4ECDC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5715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问题：为什么我们会忘？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1371600"/>
            <a:ext cx="4572000" cy="3291840"/>
          </a:xfrm>
          <a:prstGeom prst="roundRect">
            <a:avLst>
              <a:gd name="adj" fmla="val 3333"/>
            </a:avLst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1463040"/>
            <a:ext cx="4023360" cy="3017520"/>
          </a:xfrm>
          <a:prstGeom prst="rect">
            <a:avLst/>
          </a:prstGeom>
          <a:noFill/>
          <a:ln/>
        </p:spPr>
        <p:txBody>
          <a:bodyPr wrap="square" lIns="152400" tIns="203200" rIns="0" bIns="15240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ECDC4"/>
                </a:solidFill>
              </a:rPr>
              <a:t>门口效应 (Doorway Effect)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6EDF3"/>
                </a:solidFill>
              </a:rPr>
              <a:t>Radvansky 2011 实验证明：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6EDF3"/>
                </a:solidFill>
              </a:rPr>
              <a:t>走过一扇门，遗忘率翻倍。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6EDF3"/>
                </a:solidFill>
              </a:rPr>
              <a:t>这是所有人的正常认知机制——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E6EDF3"/>
                </a:solidFill>
              </a:rPr>
              <a:t>不是病，是人脑按空间组织记忆的必然结果。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8B949E"/>
                </a:solidFill>
              </a:rPr>
              <a:t>“我锁门了没？”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8B949E"/>
                </a:solidFill>
              </a:rPr>
              <a:t>“我今天吃药了吗？”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77840" y="1371600"/>
            <a:ext cx="2926080" cy="1463040"/>
          </a:xfrm>
          <a:prstGeom prst="roundRect">
            <a:avLst/>
          </a:prstGeom>
          <a:solidFill>
            <a:srgbClr val="4ECDC4">
              <a:alpha val="12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577840" y="1417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亿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5577840" y="2148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中国成年人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都是潜在用户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577840" y="3108960"/>
            <a:ext cx="2926080" cy="1554480"/>
          </a:xfrm>
          <a:prstGeom prst="roundRect">
            <a:avLst/>
          </a:prstGeom>
          <a:solidFill>
            <a:srgbClr val="1C2333"/>
          </a:solidFill>
          <a:ln/>
        </p:spPr>
      </p:sp>
      <p:sp>
        <p:nvSpPr>
          <p:cNvPr id="11" name="Text 8"/>
          <p:cNvSpPr/>
          <p:nvPr/>
        </p:nvSpPr>
        <p:spPr>
          <a:xfrm>
            <a:off x="5760720" y="3200400"/>
            <a:ext cx="2560320" cy="1371600"/>
          </a:xfrm>
          <a:prstGeom prst="rect">
            <a:avLst/>
          </a:prstGeom>
          <a:noFill/>
          <a:ln/>
        </p:spPr>
        <p:txBody>
          <a:bodyPr wrap="square" lIns="101600" tIns="127000" rIns="0" bIns="1016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B949E"/>
                </a:solidFill>
              </a:rPr>
              <a:t>现在的应对方式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</a:rPr>
              <a:t>回去看一眼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</a:rPr>
              <a:t>微信发自己一条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</a:rPr>
              <a:t>反复确认（焦虑）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4572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智能门锁/EV 车 App 的"状态可查"功能彻底消除了确认焦虑 — 需求真实且痛感强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4ECDC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5715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目标用户：面向普通人，不是病人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1280160"/>
            <a:ext cx="3931920" cy="15087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280160"/>
            <a:ext cx="54864" cy="1508760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通勤锁车族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371600" y="1874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</a:rPr>
              <a:t>3.5 亿辆电动车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</a:rPr>
              <a:t>频次: 每日 1-2 次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</a:rPr>
              <a:t>痛感: 高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383280" y="146304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4ECDC4">
              <a:alpha val="2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3383280" y="1463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120640" y="1280160"/>
            <a:ext cx="3931920" cy="15087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120640" y="1280160"/>
            <a:ext cx="54864" cy="1508760"/>
          </a:xfrm>
          <a:prstGeom prst="rect">
            <a:avLst/>
          </a:prstGeom>
          <a:solidFill>
            <a:srgbClr val="81C78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46304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76072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规律服药人群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760720" y="1874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</a:rPr>
              <a:t>约 2 亿慢性病患者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</a:rPr>
              <a:t>频次: 每日 1-3 次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</a:rPr>
              <a:t>痛感: 极高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772400" y="146304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81C784">
              <a:alpha val="20000"/>
            </a:srgbClr>
          </a:solidFill>
          <a:ln/>
        </p:spPr>
      </p:sp>
      <p:sp>
        <p:nvSpPr>
          <p:cNvPr id="18" name="Text 13"/>
          <p:cNvSpPr/>
          <p:nvPr/>
        </p:nvSpPr>
        <p:spPr>
          <a:xfrm>
            <a:off x="7772400" y="1463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极高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1520" y="3063240"/>
            <a:ext cx="3931920" cy="15087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063240"/>
            <a:ext cx="54864" cy="1508760"/>
          </a:xfrm>
          <a:prstGeom prst="rect">
            <a:avLst/>
          </a:prstGeom>
          <a:solidFill>
            <a:srgbClr val="546E7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461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日常确认者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371600" y="3657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</a:rPr>
              <a:t>关火、锁门、喂宠物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</a:rPr>
              <a:t>频次: 每周 1-5 次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</a:rPr>
              <a:t>痛感: 中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383280" y="324612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546E7A">
              <a:alpha val="2000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3383280" y="3246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120640" y="3063240"/>
            <a:ext cx="3931920" cy="1508760"/>
          </a:xfrm>
          <a:prstGeom prst="rect">
            <a:avLst/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120640" y="3063240"/>
            <a:ext cx="54864" cy="1508760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324612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76072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反复确认型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5760720" y="3657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949E"/>
                </a:solidFill>
              </a:rPr>
              <a:t>约 3000-5000 万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</a:rPr>
              <a:t>频次: 每日多次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</a:rPr>
              <a:t>痛感: 极高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7772400" y="324612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81C784">
              <a:alpha val="20000"/>
            </a:srgbClr>
          </a:solidFill>
          <a:ln/>
        </p:spPr>
      </p:sp>
      <p:sp>
        <p:nvSpPr>
          <p:cNvPr id="32" name="Text 25"/>
          <p:cNvSpPr/>
          <p:nvPr/>
        </p:nvSpPr>
        <p:spPr>
          <a:xfrm>
            <a:off x="7772400" y="3246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极高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73152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SAM（可触达市场）: 通勤锁车族 + 规律服药人群 ≈ 1.8-2 亿人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4ECDC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5715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市场机会：全球蓝海，中国零空白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1280160"/>
            <a:ext cx="4114800" cy="3383280"/>
          </a:xfrm>
          <a:prstGeom prst="roundRect">
            <a:avLst/>
          </a:prstGeom>
          <a:solidFill>
            <a:srgbClr val="1C2333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全球竞品格局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1828800"/>
            <a:ext cx="3749040" cy="2560320"/>
          </a:xfrm>
          <a:prstGeom prst="rect">
            <a:avLst/>
          </a:prstGeom>
          <a:noFill/>
          <a:ln/>
        </p:spPr>
        <p:txBody>
          <a:bodyPr wrap="square" lIns="50800" tIns="127000" rIns="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</a:rPr>
              <a:t>15+ 款直接竞品（2024-2026 上架）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</a:rPr>
              <a:t>全部来自海外（美/欧/日）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</a:rPr>
              <a:t>小团队/个人开发者，无大厂壁垒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</a:rPr>
              <a:t>品类处于快速膨胀期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</a:rPr>
              <a:t>OCD/ADHD 定位正在退潮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</a:rPr>
              <a:t>功能门槛极低，护城河浅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120640" y="1280160"/>
            <a:ext cx="3474720" cy="1097280"/>
          </a:xfrm>
          <a:prstGeom prst="roundRect">
            <a:avLst/>
          </a:prstGeom>
          <a:solidFill>
            <a:srgbClr val="4ECDC4">
              <a:alpha val="1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1325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🇨🇳 中国市场：零空白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30352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没有任何一款专门的"做过确认"类 App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120640" y="2606040"/>
            <a:ext cx="3474720" cy="2057400"/>
          </a:xfrm>
          <a:prstGeom prst="roundRect">
            <a:avLst/>
          </a:prstGeom>
          <a:solidFill>
            <a:srgbClr val="1C2333"/>
          </a:solidFill>
          <a:ln/>
        </p:spPr>
      </p:sp>
      <p:sp>
        <p:nvSpPr>
          <p:cNvPr id="12" name="Text 9"/>
          <p:cNvSpPr/>
          <p:nvPr/>
        </p:nvSpPr>
        <p:spPr>
          <a:xfrm>
            <a:off x="5303520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C7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机会空间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03520" y="3063240"/>
            <a:ext cx="3108960" cy="1463040"/>
          </a:xfrm>
          <a:prstGeom prst="rect">
            <a:avLst/>
          </a:prstGeom>
          <a:noFill/>
          <a:ln/>
        </p:spPr>
        <p:txBody>
          <a:bodyPr wrap="square" lIns="25400" tIns="101600" rIns="0" bIns="254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</a:rPr>
              <a:t>面向普通人的确认工具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</a:rPr>
              <a:t>微信小程序生态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</a:rPr>
              <a:t>拍照 + AI 自动识别（未来）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</a:rPr>
              <a:t>IoT 联动（未来）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4ECDC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5715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产品定位：不是提醒，是确认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1280160"/>
            <a:ext cx="3931920" cy="3200400"/>
          </a:xfrm>
          <a:prstGeom prst="roundRect">
            <a:avLst/>
          </a:prstGeom>
          <a:solidFill>
            <a:srgbClr val="1C2333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1280160"/>
            <a:ext cx="3931920" cy="457200"/>
          </a:xfrm>
          <a:prstGeom prst="rect">
            <a:avLst/>
          </a:prstGeom>
          <a:solidFill>
            <a:srgbClr val="546E7A">
              <a:alpha val="3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2984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不是提醒工具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1828800"/>
            <a:ext cx="3566160" cy="2286000"/>
          </a:xfrm>
          <a:prstGeom prst="rect">
            <a:avLst/>
          </a:prstGeom>
          <a:noFill/>
          <a:ln/>
        </p:spPr>
        <p:txBody>
          <a:bodyPr wrap="square" lIns="152400" tIns="203200" rIns="0" bIns="1524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B949E"/>
                </a:solidFill>
              </a:rPr>
              <a:t>❌ “该做了”提醒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B949E"/>
                </a:solidFill>
              </a:rPr>
              <a:t>❌ 健康数据追踪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B949E"/>
                </a:solidFill>
              </a:rPr>
              <a:t>❌ 社交/社区功能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❌ OCD/ADHD 医疗工具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937760" y="1280160"/>
            <a:ext cx="3931920" cy="3200400"/>
          </a:xfrm>
          <a:prstGeom prst="roundRect">
            <a:avLst/>
          </a:prstGeom>
          <a:solidFill>
            <a:srgbClr val="1C2333"/>
          </a:solidFill>
          <a:ln/>
        </p:spPr>
      </p:sp>
      <p:sp>
        <p:nvSpPr>
          <p:cNvPr id="10" name="Shape 7"/>
          <p:cNvSpPr/>
          <p:nvPr/>
        </p:nvSpPr>
        <p:spPr>
          <a:xfrm>
            <a:off x="4937760" y="1280160"/>
            <a:ext cx="3931920" cy="457200"/>
          </a:xfrm>
          <a:prstGeom prst="rect">
            <a:avLst/>
          </a:prstGeom>
          <a:solidFill>
            <a:srgbClr val="81C784">
              <a:alpha val="3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2984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是确认工具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120640" y="1828800"/>
            <a:ext cx="3566160" cy="2286000"/>
          </a:xfrm>
          <a:prstGeom prst="rect">
            <a:avLst/>
          </a:prstGeom>
          <a:noFill/>
          <a:ln/>
        </p:spPr>
        <p:txBody>
          <a:bodyPr wrap="square" lIns="152400" tIns="203200" rIns="0" bIns="1524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6EDF3"/>
                </a:solidFill>
              </a:rPr>
              <a:t>✅ “做过了吗”确认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6EDF3"/>
                </a:solidFill>
              </a:rPr>
              <a:t>✅ 1 秒确认，安心转身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6EDF3"/>
                </a:solidFill>
              </a:rPr>
              <a:t>✅ 面向普通人的日常工具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✅ 拍照证明 + 时间戳记录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31520" y="4663440"/>
            <a:ext cx="8138160" cy="365760"/>
          </a:xfrm>
          <a:prstGeom prst="roundRect">
            <a:avLst/>
          </a:prstGeom>
          <a:solidFill>
            <a:srgbClr val="1C2333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4681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过门不忘: 2步 ~3秒  </a:t>
            </a:r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微信发自己: 4步 ~8秒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4ECDC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5715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核心功能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128016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280160"/>
            <a:ext cx="1920240" cy="54864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417320" y="150876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今日确认面板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68680" y="2560320"/>
            <a:ext cx="1645920" cy="109728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打开即看到所有事项的今日状态，不是空列表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1325880" y="3794760"/>
            <a:ext cx="640080" cy="228600"/>
          </a:xfrm>
          <a:prstGeom prst="roundRect">
            <a:avLst>
              <a:gd name="adj" fmla="val 32000"/>
            </a:avLst>
          </a:prstGeom>
          <a:solidFill>
            <a:srgbClr val="4ECDC4">
              <a:alpha val="2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325880" y="37947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807208" y="128016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807208" y="1280160"/>
            <a:ext cx="1920240" cy="54864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93008" y="15087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44368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快速确认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2944368" y="2560320"/>
            <a:ext cx="1645920" cy="109728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点按钮或拍照，不超过 2 步完成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401568" y="3794760"/>
            <a:ext cx="640080" cy="228600"/>
          </a:xfrm>
          <a:prstGeom prst="roundRect">
            <a:avLst>
              <a:gd name="adj" fmla="val 32000"/>
            </a:avLst>
          </a:prstGeom>
          <a:solidFill>
            <a:srgbClr val="4ECDC4">
              <a:alpha val="20000"/>
            </a:srgbClr>
          </a:solidFill>
          <a:ln/>
        </p:spPr>
      </p:sp>
      <p:sp>
        <p:nvSpPr>
          <p:cNvPr id="18" name="Text 13"/>
          <p:cNvSpPr/>
          <p:nvPr/>
        </p:nvSpPr>
        <p:spPr>
          <a:xfrm>
            <a:off x="3401568" y="37947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882896" y="128016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82896" y="1280160"/>
            <a:ext cx="1920240" cy="54864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68696" y="15087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020056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历史记录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020056" y="2560320"/>
            <a:ext cx="1645920" cy="109728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按日期回看，支持照片查看和筛选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77256" y="3794760"/>
            <a:ext cx="640080" cy="228600"/>
          </a:xfrm>
          <a:prstGeom prst="roundRect">
            <a:avLst>
              <a:gd name="adj" fmla="val 32000"/>
            </a:avLst>
          </a:prstGeom>
          <a:solidFill>
            <a:srgbClr val="4ECDC4">
              <a:alpha val="2000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5477256" y="37947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6958584" y="1280160"/>
            <a:ext cx="1920240" cy="2926080"/>
          </a:xfrm>
          <a:prstGeom prst="roundRect">
            <a:avLst>
              <a:gd name="adj" fmla="val 4762"/>
            </a:avLst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958584" y="1280160"/>
            <a:ext cx="1920240" cy="54864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644384" y="1508760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095744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本地优先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7095744" y="2560320"/>
            <a:ext cx="1645920" cy="109728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无需登录，数据存本地，隐私安全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7552944" y="3794760"/>
            <a:ext cx="640080" cy="228600"/>
          </a:xfrm>
          <a:prstGeom prst="roundRect">
            <a:avLst>
              <a:gd name="adj" fmla="val 32000"/>
            </a:avLst>
          </a:prstGeom>
          <a:solidFill>
            <a:srgbClr val="4ECDC4">
              <a:alpha val="20000"/>
            </a:srgbClr>
          </a:solidFill>
          <a:ln/>
        </p:spPr>
      </p:sp>
      <p:sp>
        <p:nvSpPr>
          <p:cNvPr id="32" name="Text 25"/>
          <p:cNvSpPr/>
          <p:nvPr/>
        </p:nvSpPr>
        <p:spPr>
          <a:xfrm>
            <a:off x="7552944" y="37947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1371600" y="4434840"/>
            <a:ext cx="6400800" cy="502920"/>
          </a:xfrm>
          <a:prstGeom prst="roundRect">
            <a:avLst/>
          </a:prstGeom>
          <a:solidFill>
            <a:srgbClr val="4ECDC4">
              <a:alpha val="12000"/>
            </a:srgbClr>
          </a:solidFill>
          <a:ln/>
        </p:spPr>
      </p:sp>
      <p:sp>
        <p:nvSpPr>
          <p:cNvPr id="34" name="Text 27"/>
          <p:cNvSpPr/>
          <p:nvPr/>
        </p:nvSpPr>
        <p:spPr>
          <a:xfrm>
            <a:off x="1371600" y="446227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打开小程序 → 看到今日状态 → 点击确认（按钮/拍照） → 安心离开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4ECDC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5715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三阶段路线图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94360" y="128016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280160"/>
            <a:ext cx="2743200" cy="73152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4630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2011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· MVP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31520" y="2331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微信小程序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31520" y="2560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验证需求是否存在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68680" y="2880360"/>
            <a:ext cx="2194560" cy="0"/>
          </a:xfrm>
          <a:prstGeom prst="line">
            <a:avLst/>
          </a:prstGeom>
          <a:noFill/>
          <a:ln w="12700">
            <a:solidFill>
              <a:srgbClr val="2A344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68680" y="2971800"/>
            <a:ext cx="2194560" cy="1280160"/>
          </a:xfrm>
          <a:prstGeom prst="rect">
            <a:avLst/>
          </a:prstGeom>
          <a:noFill/>
          <a:ln/>
        </p:spPr>
        <p:txBody>
          <a:bodyPr wrap="square" lIns="50800" tIns="101600" rIns="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</a:rPr>
              <a:t>今日确认面板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</a:rPr>
              <a:t>拍照/按钮确认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</a:rPr>
              <a:t>自定义事项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</a:rPr>
              <a:t>历史记录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566160" y="128016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566160" y="1280160"/>
            <a:ext cx="2743200" cy="73152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4630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03320" y="2011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· 体验升级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3703320" y="2331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 App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703320" y="2560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核心体验极致化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840480" y="2880360"/>
            <a:ext cx="2194560" cy="0"/>
          </a:xfrm>
          <a:prstGeom prst="line">
            <a:avLst/>
          </a:prstGeom>
          <a:noFill/>
          <a:ln w="12700">
            <a:solidFill>
              <a:srgbClr val="2A344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0" y="2971800"/>
            <a:ext cx="2194560" cy="1280160"/>
          </a:xfrm>
          <a:prstGeom prst="rect">
            <a:avLst/>
          </a:prstGeom>
          <a:noFill/>
          <a:ln/>
        </p:spPr>
        <p:txBody>
          <a:bodyPr wrap="square" lIns="50800" tIns="101600" rIns="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</a:rPr>
              <a:t>锁屏 Widget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</a:rPr>
              <a:t>桌面 Widget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</a:rPr>
              <a:t>Apple Watch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</a:rPr>
              <a:t>语音确认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537960" y="128016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37960" y="1280160"/>
            <a:ext cx="2743200" cy="73152"/>
          </a:xfrm>
          <a:prstGeom prst="rect">
            <a:avLst/>
          </a:prstGeom>
          <a:solidFill>
            <a:srgbClr val="3AB5A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46304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75120" y="2011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B5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· 增强与变现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6675120" y="2331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跨平台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675120" y="2560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IoT 联动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812280" y="2880360"/>
            <a:ext cx="2194560" cy="0"/>
          </a:xfrm>
          <a:prstGeom prst="line">
            <a:avLst/>
          </a:prstGeom>
          <a:noFill/>
          <a:ln w="12700">
            <a:solidFill>
              <a:srgbClr val="2A3444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812280" y="2971800"/>
            <a:ext cx="2194560" cy="1280160"/>
          </a:xfrm>
          <a:prstGeom prst="rect">
            <a:avLst/>
          </a:prstGeom>
          <a:noFill/>
          <a:ln/>
        </p:spPr>
        <p:txBody>
          <a:bodyPr wrap="square" lIns="50800" tIns="101600" rIns="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</a:rPr>
              <a:t>AI 拍照识别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</a:rPr>
              <a:t>家人共享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</a:rPr>
              <a:t>GPS 离家提醒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949E"/>
                </a:solidFill>
              </a:rPr>
              <a:t>IoT 联动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3246120" y="25603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6217920" y="25603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4ECDC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5715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验证指标 &amp; 下一步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31520" y="1280160"/>
            <a:ext cx="1554480" cy="1463040"/>
          </a:xfrm>
          <a:prstGeom prst="roundRect">
            <a:avLst/>
          </a:prstGeom>
          <a:solidFill>
            <a:srgbClr val="1C233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40%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次日留存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产品是否有即时价值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23160" y="1280160"/>
            <a:ext cx="1554480" cy="1463040"/>
          </a:xfrm>
          <a:prstGeom prst="roundRect">
            <a:avLst/>
          </a:prstGeom>
          <a:solidFill>
            <a:srgbClr val="1C2333"/>
          </a:solidFill>
          <a:ln/>
        </p:spPr>
      </p:sp>
      <p:sp>
        <p:nvSpPr>
          <p:cNvPr id="10" name="Text 7"/>
          <p:cNvSpPr/>
          <p:nvPr/>
        </p:nvSpPr>
        <p:spPr>
          <a:xfrm>
            <a:off x="242316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25%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242316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7日留存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42316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是否有持续需求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14800" y="1280160"/>
            <a:ext cx="1554480" cy="1463040"/>
          </a:xfrm>
          <a:prstGeom prst="roundRect">
            <a:avLst/>
          </a:prstGeom>
          <a:solidFill>
            <a:srgbClr val="1C2333"/>
          </a:solidFill>
          <a:ln/>
        </p:spPr>
      </p:sp>
      <p:sp>
        <p:nvSpPr>
          <p:cNvPr id="14" name="Text 11"/>
          <p:cNvSpPr/>
          <p:nvPr/>
        </p:nvSpPr>
        <p:spPr>
          <a:xfrm>
            <a:off x="411480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3次/周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411480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确认频次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11480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是否真正在用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06440" y="1280160"/>
            <a:ext cx="1554480" cy="1463040"/>
          </a:xfrm>
          <a:prstGeom prst="roundRect">
            <a:avLst/>
          </a:prstGeom>
          <a:solidFill>
            <a:srgbClr val="1C2333"/>
          </a:solidFill>
          <a:ln/>
        </p:spPr>
      </p:sp>
      <p:sp>
        <p:nvSpPr>
          <p:cNvPr id="18" name="Text 15"/>
          <p:cNvSpPr/>
          <p:nvPr/>
        </p:nvSpPr>
        <p:spPr>
          <a:xfrm>
            <a:off x="580644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30%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580644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拍照占比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80644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拍照是否核心功能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498080" y="1280160"/>
            <a:ext cx="1554480" cy="1463040"/>
          </a:xfrm>
          <a:prstGeom prst="roundRect">
            <a:avLst/>
          </a:prstGeom>
          <a:solidFill>
            <a:srgbClr val="1C2333"/>
          </a:solidFill>
          <a:ln/>
        </p:spPr>
      </p:sp>
      <p:sp>
        <p:nvSpPr>
          <p:cNvPr id="22" name="Text 19"/>
          <p:cNvSpPr/>
          <p:nvPr/>
        </p:nvSpPr>
        <p:spPr>
          <a:xfrm>
            <a:off x="749808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30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749808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49808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是否优于替代方案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914400" y="3200400"/>
            <a:ext cx="7315200" cy="1097280"/>
          </a:xfrm>
          <a:prstGeom prst="roundRect">
            <a:avLst/>
          </a:prstGeom>
          <a:solidFill>
            <a:srgbClr val="4ECDC4">
              <a:alpha val="1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1188720" y="3246120"/>
            <a:ext cx="6766560" cy="1005840"/>
          </a:xfrm>
          <a:prstGeom prst="rect">
            <a:avLst/>
          </a:prstGeom>
          <a:noFill/>
          <a:ln/>
        </p:spPr>
        <p:txBody>
          <a:bodyPr wrap="square" lIns="101600" tIns="152400" rIns="0" bIns="1016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4ECDC4"/>
                </a:solidFill>
              </a:rPr>
              <a:t>判定标准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7日留存 &gt; 25%  → 需求成立，进入 Phase 2 原生 App 开发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7日留存 &lt; 25%  → Pivot 或 Stop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秒确认，安心转身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过门不忘 — 项目介绍</dc:title>
  <dc:subject>PptxGenJS Presentation</dc:subject>
  <dc:creator>过门不忘团队</dc:creator>
  <cp:lastModifiedBy>过门不忘团队</cp:lastModifiedBy>
  <cp:revision>1</cp:revision>
  <dcterms:created xsi:type="dcterms:W3CDTF">2026-05-28T05:33:04Z</dcterms:created>
  <dcterms:modified xsi:type="dcterms:W3CDTF">2026-05-28T05:33:04Z</dcterms:modified>
</cp:coreProperties>
</file>